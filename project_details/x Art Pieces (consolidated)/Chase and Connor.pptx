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F6B4FB-0616-49EA-980E-17816D5C971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FB37A-C999-40C7-A09F-DFEA1CEB1A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056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EFB37A-C999-40C7-A09F-DFEA1CEB1A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5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F311D-8CC7-AA18-9232-7BBFAB5814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11B26-183F-0D3E-F596-BCC4A4A45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F5B84-030E-97D0-B12C-B6BFB2EC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BC8F-9E1D-2BC2-0A95-3089DF80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F106-843E-9EEB-1FCB-F395034C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6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0233-08EA-C148-51EF-251261CB7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301CD-93ED-519F-1FD8-C427873E5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AC82-3FBE-D21C-A3F0-5D42FD60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56CBB-C64B-D7EA-60B7-D69DF1CBF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039AF-13EE-CF3B-CB72-6E3ECC7CC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122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19B0-609F-9B36-ACEE-8CA68E89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9D62A-DF16-73F3-87BF-7B7B00EAC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FF72F-80F1-24BB-BF38-1C0794C3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AF70B-BDE3-7D2E-F851-1D9CBBB11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DD1AF-D0BF-86BC-A501-8CFD32E8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50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3C98-A784-444B-4E1D-D8AFD524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979A-F018-6BE9-E264-57EF770D2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1C2312-A8AF-06F5-ACF4-C49D2DA2F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E3D43-073F-BA13-08D9-15137A3B2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C5069-C8C6-389D-5441-673F8067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04DF7-761C-A4EE-65D1-9EADE278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48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F51C3-33C0-C5C4-2CAC-C316BEE3C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47C34-5229-AD00-199C-DEC1889A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0FC7B-27A3-9E45-82ED-EE076D373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BA15EE-1F56-71CB-942B-8A297AE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410269-0994-0A49-6C78-C03577A225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6C92DF-1527-68F1-E3E5-C76FB348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0DAC04-5192-E5A5-CE55-FC380AA00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319A33-8171-83FF-D8F7-2972990F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48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A7A8D-5ABE-2581-E942-E6DC7F9D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16F71E-67B5-43F8-750F-62A25266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BEC31-692D-5066-D76B-23A560B1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3E94F-CD75-D55E-465D-D8F84460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7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5C6F0-7100-334D-04C9-98FB5C618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D22A7-5248-0244-390E-D7C07ACC5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DA5C6-C457-3936-93A5-E87AEA97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12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8431-65BF-9560-1233-A40C0FF5D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C9E02-E92F-EF1A-23B5-D9A3810F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50B9E-50E2-ABFC-E04B-AC7651736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9FF4B-7FCE-5BA6-1F73-8C865B215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C6B62-6193-2218-EC7E-35651BDD3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88059-831A-13B2-D5DB-AA385FD99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19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71433-E33C-1C96-6B8B-3A250488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443DB5-B3F6-17F9-0D97-0FB13AED80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934F4-F15D-ABC5-1BF5-739A8C7C6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F3C28-E56A-7235-CD7A-AB63EB1E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DD468-7A7C-5BF0-CFE7-4FCDBE044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37948-C0C5-3968-0588-73E05DCF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553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400D-7315-CADF-D92D-EC695BB7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AB0C2-7836-B7D5-6D62-33AE34E8C7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FFBB4-4E24-CD4E-989A-23860CF1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A92D2-3099-13F9-24CE-6A8560556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E1F75-7A1E-5993-0838-840C6FF04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4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CEF19D-0544-209F-60A8-7B447E577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E8180-B1B6-FE56-B749-C02AFE7D7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6092B-6753-F0F5-1009-9054E213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CEBB1-468D-CB81-B4AD-00D6BBAF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B3DFF-CA18-752F-65F2-ECE89097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80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A14FAC-5021-1BD6-99EF-86250F65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F085E-32F6-F036-95F9-B0AF75477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52CCC-672D-51EF-BF56-1781322383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5BAFF3-97A5-4210-842E-358447E2A81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57E99-6398-C703-A85D-1265E10F7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0105C-5AA6-6479-1575-B95B8C66A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14F7F-FE11-4329-AF49-5CC639FB1C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8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D._P._Sharma" TargetMode="External"/><Relationship Id="rId13" Type="http://schemas.openxmlformats.org/officeDocument/2006/relationships/image" Target="../media/image1.png"/><Relationship Id="rId3" Type="http://schemas.openxmlformats.org/officeDocument/2006/relationships/hyperlink" Target="https://en.wikipedia.org/wiki/Haben_Girma" TargetMode="External"/><Relationship Id="rId7" Type="http://schemas.openxmlformats.org/officeDocument/2006/relationships/hyperlink" Target="https://en.wikipedia.org/wiki/Ra%C3%BAl_Aguayo-Krauthausen" TargetMode="External"/><Relationship Id="rId12" Type="http://schemas.openxmlformats.org/officeDocument/2006/relationships/hyperlink" Target="https://en.wikipedia.org/wiki/Paul_K._Longmor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n.wikipedia.org/wiki/Stella_Young" TargetMode="External"/><Relationship Id="rId11" Type="http://schemas.openxmlformats.org/officeDocument/2006/relationships/hyperlink" Target="https://en.wikipedia.org/wiki/Frieda_Zames" TargetMode="External"/><Relationship Id="rId5" Type="http://schemas.openxmlformats.org/officeDocument/2006/relationships/hyperlink" Target="https://en.wikipedia.org/wiki/Alice_Wong_(activist)" TargetMode="External"/><Relationship Id="rId15" Type="http://schemas.openxmlformats.org/officeDocument/2006/relationships/image" Target="../media/image3.png"/><Relationship Id="rId10" Type="http://schemas.openxmlformats.org/officeDocument/2006/relationships/hyperlink" Target="https://en.wikipedia.org/wiki/Mama_Cax" TargetMode="External"/><Relationship Id="rId4" Type="http://schemas.openxmlformats.org/officeDocument/2006/relationships/hyperlink" Target="https://en.wikipedia.org/wiki/Chen_Guangcheng" TargetMode="External"/><Relationship Id="rId9" Type="http://schemas.openxmlformats.org/officeDocument/2006/relationships/hyperlink" Target="https://en.wikipedia.org/wiki/Nyle_DiMarco" TargetMode="External"/><Relationship Id="rId1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0F8BBC-31DE-4304-0A93-ED6BFB9DE686}"/>
              </a:ext>
            </a:extLst>
          </p:cNvPr>
          <p:cNvSpPr txBox="1"/>
          <p:nvPr/>
        </p:nvSpPr>
        <p:spPr>
          <a:xfrm>
            <a:off x="396813" y="885384"/>
            <a:ext cx="401991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Born crawling then limping in 2003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Two years after the start of Wiki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One quickly learns we need to seek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Because we are so often critiqued</a:t>
            </a:r>
            <a:br>
              <a:rPr lang="en-US" sz="1400" b="0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Wiki allowed us to seek</a:t>
            </a:r>
            <a:br>
              <a:rPr lang="en-US" sz="1400" b="0" dirty="0"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Read at anytime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Whether weak or in prime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choose your length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Based on your strength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Haben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[1] 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</a:t>
            </a:r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Chen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[2]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grant access to the law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They each shined light on the flaws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Haben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[1]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climbed the ivy wall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Chen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[2]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represented all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page has unique aims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But you know the game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Eyes filled with white and </a:t>
            </a:r>
            <a:r>
              <a:rPr lang="en-US" sz="1400" dirty="0"/>
              <a:t>blue</a:t>
            </a:r>
            <a:endParaRPr lang="en-US" sz="1400" b="0" dirty="0">
              <a:effectLst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Or dark if you want too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07A89-CE63-B25C-42CA-C020311C5538}"/>
              </a:ext>
            </a:extLst>
          </p:cNvPr>
          <p:cNvSpPr txBox="1"/>
          <p:nvPr/>
        </p:nvSpPr>
        <p:spPr>
          <a:xfrm>
            <a:off x="4414492" y="934423"/>
            <a:ext cx="3568463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Alice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[3]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Stella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[4]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both writers at heart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They illuminated life through their art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Alice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[3]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allowed us to talk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Stella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[4]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told us not to gawk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Constantly solving riddles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One controls so little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Yet anyone can make a change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Giving Wiki so much range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Raúl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[5]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D.P.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[6]</a:t>
            </a:r>
            <a:r>
              <a:rPr lang="en-US" sz="14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crafted websites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So information could yield more insights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Raúl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[5]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helped those in chairs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D.P.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[6]</a:t>
            </a:r>
            <a:r>
              <a:rPr lang="en-US" sz="14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made jobs more fair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Variety brings clarity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Of the commonness of “rarity”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On Wiki you see the odd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are continuously awed</a:t>
            </a:r>
          </a:p>
          <a:p>
            <a:b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E7D059-0755-E73E-5194-D92192ABA324}"/>
              </a:ext>
            </a:extLst>
          </p:cNvPr>
          <p:cNvSpPr txBox="1"/>
          <p:nvPr/>
        </p:nvSpPr>
        <p:spPr>
          <a:xfrm>
            <a:off x="8179275" y="885384"/>
            <a:ext cx="356846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DiMarco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[7]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1400" u="sng" dirty="0" err="1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Cax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[8]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are pros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 the world of clothes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DiMarco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[7]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took Milan to the sky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 err="1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Cax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[8]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followed in NY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 matter the pain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You workout the brain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link shows the way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And helps brighten the day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Zames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[9]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and </a:t>
            </a:r>
            <a:r>
              <a:rPr lang="en-US" sz="1400" u="sng" dirty="0" err="1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Longmoore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[10]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lang="en-US" sz="140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rethinked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Pushing knowledge to the brink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Zames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[9]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aimed to approximate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u="sng" dirty="0" err="1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Longmoore</a:t>
            </a:r>
            <a:r>
              <a:rPr lang="en-US" sz="1400" baseline="30000" dirty="0">
                <a:solidFill>
                  <a:srgbClr val="3366CC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[10]</a:t>
            </a:r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focused on George’s fate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Wiki opened the gates, since</a:t>
            </a:r>
          </a:p>
          <a:p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link tells an odyssey 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person tells a life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 matter the rise and fall</a:t>
            </a:r>
            <a:endParaRPr lang="en-US" sz="1400" b="0" dirty="0">
              <a:effectLst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Wiki provides a constant beat to all</a:t>
            </a:r>
            <a:br>
              <a:rPr lang="en-US" sz="14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endParaRPr lang="en-US" sz="14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5" name="Picture 14" descr="An Ode To Wikipedia&#10;&#10;AI-generated content may be incorrect.">
            <a:extLst>
              <a:ext uri="{FF2B5EF4-FFF2-40B4-BE49-F238E27FC236}">
                <a16:creationId xmlns:a16="http://schemas.microsoft.com/office/drawing/2014/main" id="{5071E9A8-CD7F-2EF9-5D58-F70B552DEF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6813" y="33471"/>
            <a:ext cx="10708964" cy="856221"/>
          </a:xfrm>
          <a:prstGeom prst="rect">
            <a:avLst/>
          </a:prstGeom>
        </p:spPr>
      </p:pic>
      <p:pic>
        <p:nvPicPr>
          <p:cNvPr id="19" name="Picture 18" descr="The image contains a list of Wikipedia references for various individuals, each entry includes the person's name, the date the entry was last updated, and the date it was retrieved.&#10;&#10;AI-generated content may be incorrect.">
            <a:extLst>
              <a:ext uri="{FF2B5EF4-FFF2-40B4-BE49-F238E27FC236}">
                <a16:creationId xmlns:a16="http://schemas.microsoft.com/office/drawing/2014/main" id="{31EC82BE-F6BA-7B22-78BB-2806932DB4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5648" y="5689569"/>
            <a:ext cx="4629184" cy="1047758"/>
          </a:xfrm>
          <a:prstGeom prst="rect">
            <a:avLst/>
          </a:prstGeom>
        </p:spPr>
      </p:pic>
      <p:pic>
        <p:nvPicPr>
          <p:cNvPr id="21" name="Picture 20" descr="The text appears to be a list of Wikipedia references, with various individuals' names, their respective articles, and the dates of the last update and retrieval.&#10;&#10;AI-generated content may be incorrect.">
            <a:extLst>
              <a:ext uri="{FF2B5EF4-FFF2-40B4-BE49-F238E27FC236}">
                <a16:creationId xmlns:a16="http://schemas.microsoft.com/office/drawing/2014/main" id="{45275776-C285-20D9-BC67-EF9DC8184C3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6304" y="5678801"/>
            <a:ext cx="4067205" cy="108585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FD0BB59-F36B-BF3D-7AB9-9AD42E71D9B2}"/>
              </a:ext>
            </a:extLst>
          </p:cNvPr>
          <p:cNvCxnSpPr/>
          <p:nvPr/>
        </p:nvCxnSpPr>
        <p:spPr>
          <a:xfrm flipV="1">
            <a:off x="396813" y="5486400"/>
            <a:ext cx="11248847" cy="6467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BDCFB01-57CD-24D8-54EC-36F9CE0EF1AA}"/>
              </a:ext>
            </a:extLst>
          </p:cNvPr>
          <p:cNvSpPr/>
          <p:nvPr/>
        </p:nvSpPr>
        <p:spPr>
          <a:xfrm>
            <a:off x="8085033" y="795923"/>
            <a:ext cx="45719" cy="4690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694110-41F4-9482-484E-72F7FEEB9CD4}"/>
              </a:ext>
            </a:extLst>
          </p:cNvPr>
          <p:cNvSpPr/>
          <p:nvPr/>
        </p:nvSpPr>
        <p:spPr>
          <a:xfrm>
            <a:off x="4218064" y="795923"/>
            <a:ext cx="45719" cy="469047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623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329</Words>
  <Application>Microsoft Office PowerPoint</Application>
  <PresentationFormat>Widescreen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Sans Serif Collection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Connor Panish</dc:creator>
  <cp:lastModifiedBy>Connor Panish</cp:lastModifiedBy>
  <cp:revision>1</cp:revision>
  <dcterms:created xsi:type="dcterms:W3CDTF">2026-04-03T22:22:12Z</dcterms:created>
  <dcterms:modified xsi:type="dcterms:W3CDTF">2026-04-03T23:42:51Z</dcterms:modified>
</cp:coreProperties>
</file>